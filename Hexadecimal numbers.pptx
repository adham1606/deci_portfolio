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Montserrat"/>
      <p:regular r:id="rId11"/>
      <p:bold r:id="rId12"/>
      <p:italic r:id="rId13"/>
      <p:boldItalic r:id="rId14"/>
    </p:embeddedFont>
    <p:embeddedFont>
      <p:font typeface="La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regular.fntdata"/><Relationship Id="rId10" Type="http://schemas.openxmlformats.org/officeDocument/2006/relationships/slide" Target="slides/slide5.xml"/><Relationship Id="rId13" Type="http://schemas.openxmlformats.org/officeDocument/2006/relationships/font" Target="fonts/Montserrat-italic.fntdata"/><Relationship Id="rId12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regular.fntdata"/><Relationship Id="rId14" Type="http://schemas.openxmlformats.org/officeDocument/2006/relationships/font" Target="fonts/Montserrat-boldItalic.fntdata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50635906b0_0_8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50635906b0_0_8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50635906b0_0_8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50635906b0_0_8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50635906b0_0_9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50635906b0_0_9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50635906b0_0_9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50635906b0_0_9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2600">
        <p14:prism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google.com/search?client=firefox-b-d&amp;sca_esv=2c7588cce8c665d3&amp;sxsrf=AHTn8zqCCRoVE-IiYXNu1XoEsQSGfnPt7Q:1745679215250&amp;q=Hexadecimal&amp;uds=ABqPDvztZD_Nu18FR6tNPw2cK_RR4SIsda42tULNiOfU98Rb70Zi5pA3NRSiKckAwJMVXZDlIyNYZKUw_TyAeqn-vwSz_cgWCRgoeY--5RRH_5Vsy_cTpGU&amp;udm=2&amp;sa=X&amp;ved=2ahUKEwjf9ZDs-fWMAxUpfKQEHWm3ESkQkc0JegQICRAB&amp;ictx=0&amp;biw=1366&amp;bih=639&amp;dpr=1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4911000" cy="16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Hexadecimal numbers</a:t>
            </a:r>
            <a:endParaRPr sz="4700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6708850" y="4223100"/>
            <a:ext cx="1888500" cy="3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Adham Hany</a:t>
            </a:r>
            <a:r>
              <a:rPr lang="en"/>
              <a:t> 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idx="1" type="body"/>
          </p:nvPr>
        </p:nvSpPr>
        <p:spPr>
          <a:xfrm>
            <a:off x="1167900" y="173925"/>
            <a:ext cx="6808200" cy="24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What is Hexadecimal ?</a:t>
            </a:r>
            <a:endParaRPr sz="30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/>
              <a:t>Hexadecimal numbers are a base-16 number system, which means they use 16 unique symbols to represent values. These symbols are the digits 0-9 and the letters A-F, where A represents 10, B represents 11, and so on, up to F which represents 15.</a:t>
            </a:r>
            <a:endParaRPr sz="1800"/>
          </a:p>
        </p:txBody>
      </p:sp>
      <p:pic>
        <p:nvPicPr>
          <p:cNvPr descr="Hexadecimal – IGCSE COMPUTER SCIENCE" id="141" name="Google Shape;14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2375" y="2286000"/>
            <a:ext cx="6188525" cy="270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852550" y="431000"/>
            <a:ext cx="5125800" cy="7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use of Hexadecimal?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447275" y="1307850"/>
            <a:ext cx="27333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Shorthand for Binary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>
            <a:off x="5652875" y="1259550"/>
            <a:ext cx="2596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Memory Addressing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>
            <a:off x="646050" y="3702325"/>
            <a:ext cx="18138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Color Codes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0" name="Google Shape;150;p15"/>
          <p:cNvSpPr txBox="1"/>
          <p:nvPr/>
        </p:nvSpPr>
        <p:spPr>
          <a:xfrm>
            <a:off x="5739850" y="3752025"/>
            <a:ext cx="2907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MAC Addresses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447275" y="1283700"/>
            <a:ext cx="2596500" cy="507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5652875" y="1259550"/>
            <a:ext cx="2596500" cy="507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" name="Google Shape;153;p15"/>
          <p:cNvSpPr/>
          <p:nvPr/>
        </p:nvSpPr>
        <p:spPr>
          <a:xfrm>
            <a:off x="254700" y="3678175"/>
            <a:ext cx="2596500" cy="507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5501325" y="3752025"/>
            <a:ext cx="2596500" cy="507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3329600" y="2062375"/>
            <a:ext cx="2171700" cy="1267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8447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All </a:t>
            </a:r>
            <a:r>
              <a:rPr lang="en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because</a:t>
            </a:r>
            <a:r>
              <a:rPr lang="en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it is more optimized way to represent </a:t>
            </a:r>
            <a:r>
              <a:rPr i="1" lang="en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Data</a:t>
            </a:r>
            <a:endParaRPr i="1"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we use Hexadecimals in our daily life?</a:t>
            </a:r>
            <a:endParaRPr/>
          </a:p>
        </p:txBody>
      </p:sp>
      <p:sp>
        <p:nvSpPr>
          <p:cNvPr id="161" name="Google Shape;161;p16"/>
          <p:cNvSpPr txBox="1"/>
          <p:nvPr>
            <p:ph idx="1" type="body"/>
          </p:nvPr>
        </p:nvSpPr>
        <p:spPr>
          <a:xfrm>
            <a:off x="3950800" y="1977150"/>
            <a:ext cx="5280000" cy="16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100"/>
              <a:t>Yes we can,  you can encrypt with it your secrets , or make it as your password with a hidden massage, all of this comes to your </a:t>
            </a:r>
            <a:r>
              <a:rPr lang="en" sz="2100"/>
              <a:t>imagination.</a:t>
            </a:r>
            <a:endParaRPr sz="2100"/>
          </a:p>
        </p:txBody>
      </p:sp>
      <p:pic>
        <p:nvPicPr>
          <p:cNvPr descr="Hexadecimal Numbers and Hexadecimal ..." id="162" name="Google Shape;16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700" y="1517850"/>
            <a:ext cx="3770100" cy="25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r>
              <a:rPr lang="en"/>
              <a:t>ources of information</a:t>
            </a:r>
            <a:endParaRPr/>
          </a:p>
        </p:txBody>
      </p:sp>
      <p:sp>
        <p:nvSpPr>
          <p:cNvPr id="168" name="Google Shape;168;p17"/>
          <p:cNvSpPr txBox="1"/>
          <p:nvPr>
            <p:ph idx="1" type="body"/>
          </p:nvPr>
        </p:nvSpPr>
        <p:spPr>
          <a:xfrm>
            <a:off x="1297500" y="1567550"/>
            <a:ext cx="2417400" cy="11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Gemini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 u="sng">
                <a:solidFill>
                  <a:schemeClr val="hlink"/>
                </a:solidFill>
                <a:hlinkClick r:id="rId3"/>
              </a:rPr>
              <a:t>www.google.com</a:t>
            </a:r>
            <a:endParaRPr sz="2100"/>
          </a:p>
        </p:txBody>
      </p:sp>
      <p:sp>
        <p:nvSpPr>
          <p:cNvPr id="169" name="Google Shape;169;p17"/>
          <p:cNvSpPr txBox="1"/>
          <p:nvPr/>
        </p:nvSpPr>
        <p:spPr>
          <a:xfrm>
            <a:off x="5019275" y="3640200"/>
            <a:ext cx="27954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Thanks for your time.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By Adham Hany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How Google's Gemini AI model got its name" id="170" name="Google Shape;17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8225" y="1337900"/>
            <a:ext cx="2857500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